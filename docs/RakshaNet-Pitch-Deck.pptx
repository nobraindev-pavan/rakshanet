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2377440" cy="2377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472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6000" b="1">
                <a:solidFill>
                  <a:srgbClr val="EEF0F4"/>
                </a:solidFill>
                <a:latin typeface="Segoe UI"/>
              </a:rPr>
              <a:t>RakshaNet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FF3B5C"/>
                </a:solidFill>
                <a:latin typeface="Segoe UI"/>
              </a:rPr>
              <a:t>Your shield against cyber fraud.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840480"/>
            <a:ext cx="8046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9AA3B2"/>
                </a:solidFill>
                <a:latin typeface="Segoe UI"/>
              </a:rPr>
              <a:t>AI scam checker, golden-hour emergency guide, tamper-evident evidence vault and an AI complaint drafter, in one offline-first app. Async'26 Hackathon.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B5C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EF0F4"/>
                </a:solidFill>
                <a:latin typeface="Segoe UI"/>
              </a:rPr>
              <a:t>Cyber fraud wins at three moments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Before: it looks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Fake KYC SMS, "digital arrest" calls, task scams and look-alike bank links are convincing, and people have seconds to decide.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148840"/>
            <a:ext cx="73152" cy="4572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During: panic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Victims freeze. They don't know to call 1930 within the golden hour, when the money can still be frozen.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148840"/>
            <a:ext cx="73152" cy="457200"/>
          </a:xfrm>
          <a:prstGeom prst="rect">
            <a:avLst/>
          </a:prstGeom>
          <a:solidFill>
            <a:srgbClr val="6D5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After: messy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Screenshots get deleted, complaints are vague, and evidence can be questioned. Cases stall.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9AA3B2"/>
                </a:solidFill>
                <a:latin typeface="Segoe UI"/>
              </a:rPr>
              <a:t>India's National Cyber Crime Helpline is 1930; complaints are filed at cybercrime.gov.in. RakshaNet gets victims there faster, with better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B5C"/>
                </a:solidFill>
                <a:latin typeface="Segoe U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EF0F4"/>
                </a:solidFill>
                <a:latin typeface="Segoe UI"/>
              </a:rPr>
              <a:t>Check it. Act fast. Keep proof. Report.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Scam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240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Paste any SMS, WhatsApp, email, link or call script. Instant offline verdict, then a Claude AI analysis: risk, scam type, red flags, next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057400"/>
            <a:ext cx="73152" cy="4572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Golden-hour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560320"/>
            <a:ext cx="2240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"Lost money?" flow: call 1930, block bank and UPI, secure accounts, warn contacts, with a checklist that remembers progress.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73152" cy="457200"/>
          </a:xfrm>
          <a:prstGeom prst="rect">
            <a:avLst/>
          </a:prstGeom>
          <a:solidFill>
            <a:srgbClr val="6D5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Evidence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60320"/>
            <a:ext cx="2240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Messages and screenshots are SHA-256 hashed and chained. Any edit is caught. Sign with a wallet to timestamp.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828800"/>
            <a:ext cx="2423160" cy="402336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2057400"/>
            <a:ext cx="73152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01168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AI complaint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560320"/>
            <a:ext cx="1965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Claude drafts a ready-to-file cybercrime.gov.in complaint with suspect IDs and evidence hashes.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B5C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EF0F4"/>
                </a:solidFill>
                <a:latin typeface="Segoe UI"/>
              </a:rPr>
              <a:t>Offline-first rules plus Claude where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1. Instant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20+ patterns for Indian scams plus link forensics: look-alike bank domains, punycode, shorteners, bare IPs, risky TLDs. Extracts UPI IDs, phones, links and amounts.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05740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2. Claude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2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Server function calls Claude with a JSON-schema structured output. Pasted text is fenced as untrusted data. It falls back to the rules on any failure.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205740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3. Seal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6032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Each record = canonical JSON {index, time, type, payload, prevHash} hashed with WebCrypto SHA-256. Files are hashed, never uploaded.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38912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4. Verify &amp; anchor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Recompute the chain to pinpoint any edit, deletion or reorder. EIP-1193 personal_sign timestamps the vault head.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416052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438912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5.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89204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Claude writes the complaint from the given facts only, leaving &lt;placeholders&gt; for gaps. Offline template fallback.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160520"/>
            <a:ext cx="3474720" cy="214884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19" y="4389120"/>
            <a:ext cx="73152" cy="45720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43434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6. Private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92040"/>
            <a:ext cx="3017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9AA3B2"/>
                </a:solidFill>
                <a:latin typeface="Segoe UI"/>
              </a:rPr>
              <a:t>Installable PWA with no accounts. Data stays on the device, and text is sent to AI only when you press Check or Draft.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B5C"/>
                </a:solidFill>
                <a:latin typeface="Segoe UI"/>
              </a:rPr>
              <a:t>LIVE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EF0F4"/>
                </a:solidFill>
                <a:latin typeface="Segoe UI"/>
              </a:rPr>
              <a:t>Built, tested and running today</a:t>
            </a:r>
          </a:p>
        </p:txBody>
      </p:sp>
      <p:pic>
        <p:nvPicPr>
          <p:cNvPr id="4" name="Picture 3" descr="check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2197160" cy="4754880"/>
          </a:xfrm>
          <a:prstGeom prst="rect">
            <a:avLst/>
          </a:prstGeom>
        </p:spPr>
      </p:pic>
      <p:pic>
        <p:nvPicPr>
          <p:cNvPr id="5" name="Picture 4" descr="sca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737360"/>
            <a:ext cx="2197160" cy="4754880"/>
          </a:xfrm>
          <a:prstGeom prst="rect">
            <a:avLst/>
          </a:prstGeom>
        </p:spPr>
      </p:pic>
      <p:pic>
        <p:nvPicPr>
          <p:cNvPr id="6" name="Picture 5" descr="va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37360"/>
            <a:ext cx="2197160" cy="4754880"/>
          </a:xfrm>
          <a:prstGeom prst="rect">
            <a:avLst/>
          </a:prstGeom>
        </p:spPr>
      </p:pic>
      <p:pic>
        <p:nvPicPr>
          <p:cNvPr id="7" name="Picture 6" descr="repo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737360"/>
            <a:ext cx="21971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B5C"/>
                </a:solidFill>
                <a:latin typeface="Segoe UI"/>
              </a:rPr>
              <a:t>WHY RAKSHANET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EF0F4"/>
                </a:solidFill>
                <a:latin typeface="Segoe UI"/>
              </a:rPr>
              <a:t>What makes it different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938528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EEF0F4"/>
                </a:solidFill>
                <a:latin typeface="Segoe UI"/>
              </a:rPr>
              <a:t>Works with zero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8288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3B2"/>
                </a:solidFill>
                <a:latin typeface="Segoe UI"/>
              </a:rPr>
              <a:t>Rule engine and vault run offline; AI enhances, never blocks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670048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EEF0F4"/>
                </a:solidFill>
                <a:latin typeface="Segoe UI"/>
              </a:rPr>
              <a:t>Built for Indian scams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56032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3B2"/>
                </a:solidFill>
                <a:latin typeface="Segoe UI"/>
              </a:rPr>
              <a:t>Digital arrest, UPI collect, KYC, task and loan-app frauds, plus 1930 and NCRP flow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401568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EEF0F4"/>
                </a:solidFill>
                <a:latin typeface="Segoe UI"/>
              </a:rPr>
              <a:t>Proof that holds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9184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3B2"/>
                </a:solidFill>
                <a:latin typeface="Segoe UI"/>
              </a:rPr>
              <a:t>Hash-chained vault plus wallet signature: tampering is provable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133088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02336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EEF0F4"/>
                </a:solidFill>
                <a:latin typeface="Segoe UI"/>
              </a:rPr>
              <a:t>From panic to complaint in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02336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3B2"/>
                </a:solidFill>
                <a:latin typeface="Segoe UI"/>
              </a:rPr>
              <a:t>Checklist, then evidence, then an AI-drafted complaint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864608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7548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EEF0F4"/>
                </a:solidFill>
                <a:latin typeface="Segoe UI"/>
              </a:rPr>
              <a:t>Safe AI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75488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3B2"/>
                </a:solidFill>
                <a:latin typeface="Segoe UI"/>
              </a:rPr>
              <a:t>Structured output, prompt-injection fencing, no invented facts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596128"/>
            <a:ext cx="201168" cy="20116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48640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EEF0F4"/>
                </a:solidFill>
                <a:latin typeface="Segoe UI"/>
              </a:rPr>
              <a:t>Private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5486400"/>
            <a:ext cx="6126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A3B2"/>
                </a:solidFill>
                <a:latin typeface="Segoe UI"/>
              </a:rPr>
              <a:t>No sign-up, no database; you choose what is sent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FF3B5C"/>
                </a:solidFill>
                <a:latin typeface="Segoe U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EEF0F4"/>
                </a:solidFill>
                <a:latin typeface="Segoe UI"/>
              </a:rPr>
              <a:t>From prototype to a national scam 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73152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Offline rules plus Claude scam analysis, golden-hour guide, hash-chained Evidence Vault with wallet signing, AI complaint drafter, PWA.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2148840"/>
            <a:ext cx="73152" cy="457200"/>
          </a:xfrm>
          <a:prstGeom prst="rect">
            <a:avLst/>
          </a:prstGeom>
          <a:solidFill>
            <a:srgbClr val="F5B3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517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Screenshot input to Claude, Hindi and regional languages, WhatsApp bot and browser extension, community-reported scam numbers and UPI IDs.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92024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1A1E26"/>
          </a:solidFill>
          <a:ln>
            <a:solidFill>
              <a:srgbClr val="2A2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2148840"/>
            <a:ext cx="73152" cy="457200"/>
          </a:xfrm>
          <a:prstGeom prst="rect">
            <a:avLst/>
          </a:prstGeom>
          <a:solidFill>
            <a:srgbClr val="6D5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EF0F4"/>
                </a:solidFill>
                <a:latin typeface="Segoe UI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651760"/>
            <a:ext cx="3017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AA3B2"/>
                </a:solidFill>
                <a:latin typeface="Segoe UI"/>
              </a:rPr>
              <a:t>Periodic on-chain anchoring of vault roots, bank and NCRP integrations, live call-scam detection, dashboard for police cyber cells.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118872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2918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200" b="1">
                <a:solidFill>
                  <a:srgbClr val="EEF0F4"/>
                </a:solidFill>
                <a:latin typeface="Segoe UI"/>
              </a:rPr>
              <a:t>Stop the scam. Save the proof. Get help faster.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>
                <a:solidFill>
                  <a:srgbClr val="9AA3B2"/>
                </a:solidFill>
                <a:latin typeface="Segoe UI"/>
              </a:rPr>
              <a:t>Try it: &lt;live link&gt;   ·   Code: github.com/nobraindev-pavan/Rakshanet</a:t>
            </a:r>
          </a:p>
          <a:p>
            <a:pPr algn="ctr">
              <a:spcAft>
                <a:spcPts val="800"/>
              </a:spcAft>
            </a:pPr>
            <a:r>
              <a:rPr sz="1800" b="0">
                <a:solidFill>
                  <a:srgbClr val="9AA3B2"/>
                </a:solidFill>
                <a:latin typeface="Segoe UI"/>
              </a:rPr>
              <a:t>Helpline 1930  ·  cybercrime.gov.in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