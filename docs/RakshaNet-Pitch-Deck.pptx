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2377440" cy="2377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0" y="1920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6000" b="1">
                <a:solidFill>
                  <a:srgbClr val="EEF0F4"/>
                </a:solidFill>
                <a:latin typeface="Segoe UI"/>
              </a:rPr>
              <a:t>RakshaNet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0" y="3017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3B5C"/>
                </a:solidFill>
                <a:latin typeface="Segoe UI"/>
              </a:rPr>
              <a:t>Protection in seconds. Evidence nobody can quietly edit.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393192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One-tap SOS, Safe Walk check-ins and a tamper-evident incident ledger you can anchor with your wallet. Async'26 Hackathon.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When it matters most, safety apps fail twice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Too slow to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Unlocking, finding the app, typing a message: precious seconds. One-tap buttons misfire, so people switch them 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No one notices silence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974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Most danger is on the walk home. If you cannot press anything, nothing happens. Nobody knows you never arrived.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474720" cy="3291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14884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Evidence gets disputed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017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Screenshots and chat logs are easy to challenge: "that time was edited". Victims lose credibility after the fact.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NCRB recorded 4,45,256 cases of crimes against women in India in 2022, roughly one every 71 seconds.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Three layers of protection in one lightweight app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Hold-to-SOS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Hold 1.5 s, no misfires. Captures live GPS and a note, then sends in one tap by SMS to all guardians, WhatsApp, share sheet or a 112 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Safe Walk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9748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A dead-man's switch for the trip home. Set 5 to 60 min. Tap "I'm safe" on arrival, or SOS fires automatically with your last location.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Evidence Ledger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017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Every alert and check-in is SHA-256 hashed and chained. Edit one byte and verification fails. Sign the head with your wallet to timestamp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No backend, no sign-up, works offline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1. Capture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Geolocation API (high accuracy, 8 s timeout, graceful fallback) plus an optional note.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2. Seal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0604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Entry = {index, time, type, payload, prevHash}. Canonical JSON, then WebCrypto SHA-256. Writes are serialised so the chain never forks.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82880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05740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3.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06040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Prebuilt sms:, wa.me, tel:112 and Web Share links. Message carries a Maps link and the evidence hash.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4. 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937759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Recompute every hash and link. Any edit, deletion or reorder pinpoints the exact broken record.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5. Anchor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937759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EIP-1193 personal_sign over the ledger head: a wallet signature proving the evidence existed at that moment.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4160520"/>
            <a:ext cx="3474720" cy="214884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4389120"/>
            <a:ext cx="73152" cy="457200"/>
          </a:xfrm>
          <a:prstGeom prst="rect">
            <a:avLst/>
          </a:prstGeom>
          <a:solidFill>
            <a:srgbClr val="F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43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6. Find help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937759"/>
            <a:ext cx="3017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OpenStreetMap Overpass query for police stations and hospitals within 3 km, sorted by distance.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LIVE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Built, tested and running today</a:t>
            </a:r>
          </a:p>
        </p:txBody>
      </p:sp>
      <p:pic>
        <p:nvPicPr>
          <p:cNvPr id="4" name="Picture 3" descr="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2197160" cy="4754880"/>
          </a:xfrm>
          <a:prstGeom prst="rect">
            <a:avLst/>
          </a:prstGeom>
        </p:spPr>
      </p:pic>
      <p:pic>
        <p:nvPicPr>
          <p:cNvPr id="5" name="Picture 4" descr="safe-wal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737360"/>
            <a:ext cx="2197160" cy="4754880"/>
          </a:xfrm>
          <a:prstGeom prst="rect">
            <a:avLst/>
          </a:prstGeom>
        </p:spPr>
      </p:pic>
      <p:pic>
        <p:nvPicPr>
          <p:cNvPr id="6" name="Picture 5" descr="sos-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737360"/>
            <a:ext cx="2197160" cy="4754880"/>
          </a:xfrm>
          <a:prstGeom prst="rect">
            <a:avLst/>
          </a:prstGeom>
        </p:spPr>
      </p:pic>
      <p:pic>
        <p:nvPicPr>
          <p:cNvPr id="7" name="Picture 6" descr="ledger-tamp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1737360"/>
            <a:ext cx="21971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WHY RAKSHANET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What makes it different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385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Misfire-proof trigger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8288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Hold-to-send with progress ring, keyboard accessible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7004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032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Protects you when you cannot 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560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Safe Walk auto-escalates on a missed check-in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340156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Court-friendly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2918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Hash-chained log plus wallet signature: tampering is provable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13308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02336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0233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Data stays on the device; you choose what to send and to whom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86460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5488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Instant and offline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7548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Installable PWA, ~40 KB of app code, service-worker cached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5596128"/>
            <a:ext cx="201168" cy="20116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8640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EEF0F4"/>
                </a:solidFill>
                <a:latin typeface="Segoe UI"/>
              </a:rPr>
              <a:t>Web3 without friction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54864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A3B2"/>
                </a:solidFill>
                <a:latin typeface="Segoe UI"/>
              </a:rPr>
              <a:t>Any EVM wallet signs; no gas, no token needed to stay safe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F3B5C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EEF0F4"/>
                </a:solidFill>
                <a:latin typeface="Segoe UI"/>
              </a:rPr>
              <a:t>From prototype to a community safety network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73152" cy="457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Hold-to-SOS, Safe Walk, hash-chained ledger, wallet signing, nearby help map, offline PWA.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2148840"/>
            <a:ext cx="73152" cy="457200"/>
          </a:xfrm>
          <a:prstGeom prst="rect">
            <a:avLst/>
          </a:prstGeom>
          <a:solidFill>
            <a:srgbClr val="F5B3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697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On-chain anchoring: periodic Merkle root of ledgers to a low-fee chain. Background SMS gateway. Shake / power-button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92024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1A1E26"/>
          </a:solidFill>
          <a:ln>
            <a:solidFill>
              <a:srgbClr val="2A2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2148840"/>
            <a:ext cx="73152" cy="457200"/>
          </a:xfrm>
          <a:prstGeom prst="rect">
            <a:avLst/>
          </a:prstGeom>
          <a:solidFill>
            <a:srgbClr val="6D5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EEF0F4"/>
                </a:solidFill>
                <a:latin typeface="Segoe UI"/>
              </a:rPr>
              <a:t>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017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9AA3B2"/>
                </a:solidFill>
                <a:latin typeface="Segoe UI"/>
              </a:rPr>
              <a:t>Verified responder network with reputation, hashed audio/photo evidence, NGO and police dashboard, multilingual voice SOS.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1887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91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EEF0F4"/>
                </a:solidFill>
                <a:latin typeface="Segoe UI"/>
              </a:rPr>
              <a:t>Safety should take one gesture, and the truth should be provable.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891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Try it: &lt;live link&gt;   ·   Code: github.com/nobraindev-pavan/Rakshanet</a:t>
            </a:r>
          </a:p>
          <a:p>
            <a:pPr algn="ctr">
              <a:spcAft>
                <a:spcPts val="800"/>
              </a:spcAft>
            </a:pPr>
            <a:r>
              <a:rPr sz="1800" b="0">
                <a:solidFill>
                  <a:srgbClr val="9AA3B2"/>
                </a:solidFill>
                <a:latin typeface="Segoe UI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